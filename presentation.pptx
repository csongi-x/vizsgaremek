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00336E-C558-7C4A-EC18-CB7EC1829DAF}" v="252" dt="2026-04-26T18:44:09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2242409" y="895483"/>
            <a:ext cx="5786232" cy="3011190"/>
          </a:xfrm>
        </p:spPr>
        <p:txBody>
          <a:bodyPr>
            <a:normAutofit/>
          </a:bodyPr>
          <a:lstStyle/>
          <a:p>
            <a:r>
              <a:rPr lang="hu-HU" sz="5400">
                <a:solidFill>
                  <a:schemeClr val="bg1"/>
                </a:solidFill>
              </a:rPr>
              <a:t>BláthyFM 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 sz="2000">
                <a:solidFill>
                  <a:schemeClr val="bg1"/>
                </a:solidFill>
              </a:rPr>
              <a:t>Készítette: Susán Csongor György és El-Nabulsy Csongor Alan</a:t>
            </a: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AC8632F-2F78-FAB8-2116-FF088C965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 err="1">
                <a:latin typeface="+mj-lt"/>
                <a:ea typeface="+mj-ea"/>
                <a:cs typeface="+mj-cs"/>
              </a:rPr>
              <a:t>Főoldal</a:t>
            </a:r>
            <a:r>
              <a:rPr lang="en-US" sz="3600" dirty="0"/>
              <a:t> </a:t>
            </a:r>
            <a:r>
              <a:rPr lang="en-US" sz="3600" dirty="0" err="1"/>
              <a:t>vendégként</a:t>
            </a:r>
            <a:endParaRPr lang="en-US" sz="3600" kern="1200" dirty="0" err="1">
              <a:latin typeface="+mj-lt"/>
            </a:endParaRPr>
          </a:p>
        </p:txBody>
      </p:sp>
      <p:sp>
        <p:nvSpPr>
          <p:cNvPr id="29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D86C8FA-E777-6213-45E6-6BF1458469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/>
              <a:t>Bejelentkezés</a:t>
            </a:r>
          </a:p>
          <a:p>
            <a:r>
              <a:rPr lang="en-US" sz="1800"/>
              <a:t>Regisztráció</a:t>
            </a:r>
          </a:p>
          <a:p>
            <a:r>
              <a:rPr lang="en-US" sz="1800"/>
              <a:t>Lejátszási lista</a:t>
            </a:r>
          </a:p>
          <a:p>
            <a:r>
              <a:rPr lang="en-US" sz="1800"/>
              <a:t>Korábban lejátszott zenék listája</a:t>
            </a:r>
          </a:p>
          <a:p>
            <a:endParaRPr lang="en-US" sz="1800"/>
          </a:p>
        </p:txBody>
      </p:sp>
      <p:sp>
        <p:nvSpPr>
          <p:cNvPr id="30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Tartalom helye 4" descr="Fénykép megnyitása">
            <a:extLst>
              <a:ext uri="{FF2B5EF4-FFF2-40B4-BE49-F238E27FC236}">
                <a16:creationId xmlns:a16="http://schemas.microsoft.com/office/drawing/2014/main" id="{C945167E-3211-0DDF-283B-BC76EC6E7F6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87738" y="1553809"/>
            <a:ext cx="5628018" cy="351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818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48ECF8-7268-3309-C1BC-578FBBA07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Bejelentkezés és regisztrálás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124C143-8465-CA58-C987-DE2CAB5C1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Bejelentkezési felület</a:t>
            </a:r>
          </a:p>
        </p:txBody>
      </p:sp>
      <p:pic>
        <p:nvPicPr>
          <p:cNvPr id="7" name="Tartalom helye 6" descr="Fénykép megnyitása">
            <a:extLst>
              <a:ext uri="{FF2B5EF4-FFF2-40B4-BE49-F238E27FC236}">
                <a16:creationId xmlns:a16="http://schemas.microsoft.com/office/drawing/2014/main" id="{5A06FD95-3968-DE03-AAC8-57718EE6EA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2735560"/>
            <a:ext cx="5157787" cy="3223617"/>
          </a:xfrm>
          <a:prstGeom prst="rect">
            <a:avLst/>
          </a:prstGeom>
        </p:spPr>
      </p:pic>
      <p:sp>
        <p:nvSpPr>
          <p:cNvPr id="5" name="Szöveg helye 4">
            <a:extLst>
              <a:ext uri="{FF2B5EF4-FFF2-40B4-BE49-F238E27FC236}">
                <a16:creationId xmlns:a16="http://schemas.microsoft.com/office/drawing/2014/main" id="{7A0184B8-B5D6-31A8-B495-71345E180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u-HU"/>
              <a:t>Regisztrációs felület</a:t>
            </a:r>
          </a:p>
        </p:txBody>
      </p:sp>
      <p:pic>
        <p:nvPicPr>
          <p:cNvPr id="8" name="Tartalom helye 7" descr="Fénykép megnyitása">
            <a:extLst>
              <a:ext uri="{FF2B5EF4-FFF2-40B4-BE49-F238E27FC236}">
                <a16:creationId xmlns:a16="http://schemas.microsoft.com/office/drawing/2014/main" id="{E026B064-4E22-127A-15C2-D294477A014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2727622"/>
            <a:ext cx="5183188" cy="323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644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3C210E6-A35A-4F68-8D60-801A019C7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Tartalom helye 4" descr="Fénykép megnyitása">
            <a:extLst>
              <a:ext uri="{FF2B5EF4-FFF2-40B4-BE49-F238E27FC236}">
                <a16:creationId xmlns:a16="http://schemas.microsoft.com/office/drawing/2014/main" id="{01B3D8B3-DB68-916C-2001-383A8B367D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8511" r="-2" b="-2"/>
          <a:stretch>
            <a:fillRect/>
          </a:stretch>
        </p:blipFill>
        <p:spPr>
          <a:xfrm>
            <a:off x="313638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</p:spPr>
      </p:pic>
      <p:pic>
        <p:nvPicPr>
          <p:cNvPr id="6" name="Kép 5" descr="Fénykép megnyitása">
            <a:extLst>
              <a:ext uri="{FF2B5EF4-FFF2-40B4-BE49-F238E27FC236}">
                <a16:creationId xmlns:a16="http://schemas.microsoft.com/office/drawing/2014/main" id="{1FED1A9E-D535-EDCE-3742-54682D74E9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8" r="9106" b="-2"/>
          <a:stretch>
            <a:fillRect/>
          </a:stretch>
        </p:blipFill>
        <p:spPr>
          <a:xfrm>
            <a:off x="7381690" y="3456433"/>
            <a:ext cx="4810310" cy="3401568"/>
          </a:xfrm>
          <a:custGeom>
            <a:avLst/>
            <a:gdLst/>
            <a:ahLst/>
            <a:cxnLst/>
            <a:rect l="l" t="t" r="r" b="b"/>
            <a:pathLst>
              <a:path w="4810310" h="3401568">
                <a:moveTo>
                  <a:pt x="781270" y="0"/>
                </a:moveTo>
                <a:lnTo>
                  <a:pt x="4810310" y="0"/>
                </a:lnTo>
                <a:lnTo>
                  <a:pt x="4810310" y="3401568"/>
                </a:lnTo>
                <a:lnTo>
                  <a:pt x="0" y="3401568"/>
                </a:lnTo>
                <a:lnTo>
                  <a:pt x="1963" y="3397912"/>
                </a:lnTo>
                <a:cubicBezTo>
                  <a:pt x="454182" y="2512619"/>
                  <a:pt x="736170" y="1430108"/>
                  <a:pt x="776876" y="254399"/>
                </a:cubicBezTo>
                <a:close/>
              </a:path>
            </a:pathLst>
          </a:custGeom>
        </p:spPr>
      </p:pic>
      <p:pic>
        <p:nvPicPr>
          <p:cNvPr id="7" name="Kép 6" descr="Fénykép megnyitása">
            <a:extLst>
              <a:ext uri="{FF2B5EF4-FFF2-40B4-BE49-F238E27FC236}">
                <a16:creationId xmlns:a16="http://schemas.microsoft.com/office/drawing/2014/main" id="{ABC64CDB-6F8E-7138-A9D2-0E72142AEF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500" r="-2" b="-2"/>
          <a:stretch>
            <a:fillRect/>
          </a:stretch>
        </p:blipFill>
        <p:spPr>
          <a:xfrm>
            <a:off x="3189428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</p:spPr>
      </p:pic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AC0D06B0-F19C-459E-B221-A34B506FB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345B26DA-1C6B-4C66-81C9-9C1877FC2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A5F4716-ACBC-4FF6-6514-D9E1139D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685800"/>
            <a:ext cx="280720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Diák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ranggal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DE6C44-43F8-4DE4-AB81-66853FFEA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05840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09529B-9B56-4F10-BE4D-F934DB89E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9181974-B283-0EF7-1FE1-236090FA29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2258568"/>
            <a:ext cx="2807208" cy="392277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 dirty="0" err="1"/>
              <a:t>Főoldal</a:t>
            </a:r>
          </a:p>
          <a:p>
            <a:r>
              <a:rPr lang="en-US" sz="1700" dirty="0"/>
              <a:t>Zene </a:t>
            </a:r>
            <a:r>
              <a:rPr lang="en-US" sz="1700" dirty="0" err="1"/>
              <a:t>bekérés</a:t>
            </a:r>
          </a:p>
          <a:p>
            <a:r>
              <a:rPr lang="en-US" sz="1700" dirty="0"/>
              <a:t>Zene </a:t>
            </a:r>
            <a:r>
              <a:rPr lang="en-US" sz="1700" dirty="0" err="1"/>
              <a:t>beküldés</a:t>
            </a:r>
          </a:p>
        </p:txBody>
      </p:sp>
      <p:pic>
        <p:nvPicPr>
          <p:cNvPr id="8" name="Kép 7" descr="Fénykép megnyitása">
            <a:extLst>
              <a:ext uri="{FF2B5EF4-FFF2-40B4-BE49-F238E27FC236}">
                <a16:creationId xmlns:a16="http://schemas.microsoft.com/office/drawing/2014/main" id="{68241B1E-1127-8498-BD49-682A9D4643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5" r="11856" b="-2"/>
          <a:stretch>
            <a:fillRect/>
          </a:stretch>
        </p:blipFill>
        <p:spPr>
          <a:xfrm>
            <a:off x="7404372" y="10"/>
            <a:ext cx="4787628" cy="3401558"/>
          </a:xfrm>
          <a:custGeom>
            <a:avLst/>
            <a:gdLst/>
            <a:ahLst/>
            <a:cxnLst/>
            <a:rect l="l" t="t" r="r" b="b"/>
            <a:pathLst>
              <a:path w="4787628" h="3401568">
                <a:moveTo>
                  <a:pt x="0" y="0"/>
                </a:moveTo>
                <a:lnTo>
                  <a:pt x="4787628" y="0"/>
                </a:lnTo>
                <a:lnTo>
                  <a:pt x="4787628" y="3401568"/>
                </a:lnTo>
                <a:lnTo>
                  <a:pt x="762748" y="3401568"/>
                </a:lnTo>
                <a:lnTo>
                  <a:pt x="751436" y="2963954"/>
                </a:lnTo>
                <a:cubicBezTo>
                  <a:pt x="698408" y="1942163"/>
                  <a:pt x="463174" y="995044"/>
                  <a:pt x="93264" y="192283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81745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43B9CA2-4B31-4ACD-9A9F-B8E6C6420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Kép 7" descr="Fénykép megnyitása">
            <a:extLst>
              <a:ext uri="{FF2B5EF4-FFF2-40B4-BE49-F238E27FC236}">
                <a16:creationId xmlns:a16="http://schemas.microsoft.com/office/drawing/2014/main" id="{EEF87582-D03F-3339-B495-A6F5C0E0FE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59" r="16742" b="-2"/>
          <a:stretch>
            <a:fillRect/>
          </a:stretch>
        </p:blipFill>
        <p:spPr>
          <a:xfrm>
            <a:off x="8529321" y="10"/>
            <a:ext cx="3662680" cy="3401558"/>
          </a:xfrm>
          <a:custGeom>
            <a:avLst/>
            <a:gdLst/>
            <a:ahLst/>
            <a:cxnLst/>
            <a:rect l="l" t="t" r="r" b="b"/>
            <a:pathLst>
              <a:path w="3662680" h="3401568">
                <a:moveTo>
                  <a:pt x="0" y="0"/>
                </a:moveTo>
                <a:lnTo>
                  <a:pt x="3662680" y="0"/>
                </a:lnTo>
                <a:lnTo>
                  <a:pt x="3662680" y="3401568"/>
                </a:lnTo>
                <a:lnTo>
                  <a:pt x="774527" y="3401568"/>
                </a:lnTo>
                <a:lnTo>
                  <a:pt x="769892" y="3133175"/>
                </a:lnTo>
                <a:cubicBezTo>
                  <a:pt x="732577" y="2055441"/>
                  <a:pt x="492520" y="1056020"/>
                  <a:pt x="104445" y="215033"/>
                </a:cubicBezTo>
                <a:close/>
              </a:path>
            </a:pathLst>
          </a:custGeom>
        </p:spPr>
      </p:pic>
      <p:pic>
        <p:nvPicPr>
          <p:cNvPr id="7" name="Kép 6" descr="Fénykép megnyitása">
            <a:extLst>
              <a:ext uri="{FF2B5EF4-FFF2-40B4-BE49-F238E27FC236}">
                <a16:creationId xmlns:a16="http://schemas.microsoft.com/office/drawing/2014/main" id="{126232C8-A3BB-C93D-09C1-2DA3C489F9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75" r="14625"/>
          <a:stretch>
            <a:fillRect/>
          </a:stretch>
        </p:blipFill>
        <p:spPr>
          <a:xfrm>
            <a:off x="5115314" y="10"/>
            <a:ext cx="4118110" cy="3401558"/>
          </a:xfrm>
          <a:custGeom>
            <a:avLst/>
            <a:gdLst/>
            <a:ahLst/>
            <a:cxnLst/>
            <a:rect l="l" t="t" r="r" b="b"/>
            <a:pathLst>
              <a:path w="4118110" h="3401568">
                <a:moveTo>
                  <a:pt x="0" y="0"/>
                </a:moveTo>
                <a:lnTo>
                  <a:pt x="3343575" y="0"/>
                </a:lnTo>
                <a:lnTo>
                  <a:pt x="3448028" y="215050"/>
                </a:lnTo>
                <a:cubicBezTo>
                  <a:pt x="3836103" y="1056037"/>
                  <a:pt x="4076161" y="2055458"/>
                  <a:pt x="4113475" y="3133192"/>
                </a:cubicBezTo>
                <a:lnTo>
                  <a:pt x="4118110" y="3401568"/>
                </a:lnTo>
                <a:lnTo>
                  <a:pt x="801224" y="3401568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</p:spPr>
      </p:pic>
      <p:pic>
        <p:nvPicPr>
          <p:cNvPr id="5" name="Tartalom helye 4" descr="Fénykép megnyitása">
            <a:extLst>
              <a:ext uri="{FF2B5EF4-FFF2-40B4-BE49-F238E27FC236}">
                <a16:creationId xmlns:a16="http://schemas.microsoft.com/office/drawing/2014/main" id="{01620868-0E80-B1E2-8CF6-A1ED5BE028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rcRect r="-1" b="22511"/>
          <a:stretch>
            <a:fillRect/>
          </a:stretch>
        </p:blipFill>
        <p:spPr>
          <a:xfrm>
            <a:off x="5168353" y="3456432"/>
            <a:ext cx="7023646" cy="3401568"/>
          </a:xfrm>
          <a:custGeom>
            <a:avLst/>
            <a:gdLst/>
            <a:ahLst/>
            <a:cxnLst/>
            <a:rect l="l" t="t" r="r" b="b"/>
            <a:pathLst>
              <a:path w="7023646" h="3401568">
                <a:moveTo>
                  <a:pt x="749132" y="0"/>
                </a:moveTo>
                <a:lnTo>
                  <a:pt x="7023646" y="0"/>
                </a:lnTo>
                <a:lnTo>
                  <a:pt x="7023646" y="3401568"/>
                </a:lnTo>
                <a:lnTo>
                  <a:pt x="0" y="3401568"/>
                </a:lnTo>
                <a:lnTo>
                  <a:pt x="79008" y="3238906"/>
                </a:lnTo>
                <a:cubicBezTo>
                  <a:pt x="502362" y="2321466"/>
                  <a:pt x="749563" y="1215476"/>
                  <a:pt x="749563" y="24956"/>
                </a:cubicBezTo>
                <a:close/>
              </a:path>
            </a:pathLst>
          </a:custGeom>
        </p:spPr>
      </p:pic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33F94DB1-BC5D-454D-845C-7BA3A1F46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32965" cy="6858000"/>
          </a:xfrm>
          <a:custGeom>
            <a:avLst/>
            <a:gdLst>
              <a:gd name="connsiteX0" fmla="*/ 0 w 5932965"/>
              <a:gd name="connsiteY0" fmla="*/ 0 h 6858000"/>
              <a:gd name="connsiteX1" fmla="*/ 5140363 w 5932965"/>
              <a:gd name="connsiteY1" fmla="*/ 0 h 6858000"/>
              <a:gd name="connsiteX2" fmla="*/ 5152943 w 5932965"/>
              <a:gd name="connsiteY2" fmla="*/ 23550 h 6858000"/>
              <a:gd name="connsiteX3" fmla="*/ 5932965 w 5932965"/>
              <a:gd name="connsiteY3" fmla="*/ 3479505 h 6858000"/>
              <a:gd name="connsiteX4" fmla="*/ 5262410 w 5932965"/>
              <a:gd name="connsiteY4" fmla="*/ 6708999 h 6858000"/>
              <a:gd name="connsiteX5" fmla="*/ 5190385 w 5932965"/>
              <a:gd name="connsiteY5" fmla="*/ 6858000 h 6858000"/>
              <a:gd name="connsiteX6" fmla="*/ 0 w 593296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2965" h="6858000">
                <a:moveTo>
                  <a:pt x="0" y="0"/>
                </a:moveTo>
                <a:lnTo>
                  <a:pt x="5140363" y="0"/>
                </a:lnTo>
                <a:lnTo>
                  <a:pt x="5152943" y="23550"/>
                </a:lnTo>
                <a:cubicBezTo>
                  <a:pt x="5642847" y="987256"/>
                  <a:pt x="5932965" y="2183538"/>
                  <a:pt x="5932965" y="3479505"/>
                </a:cubicBezTo>
                <a:cubicBezTo>
                  <a:pt x="5932965" y="4675783"/>
                  <a:pt x="5685764" y="5787121"/>
                  <a:pt x="5262410" y="6708999"/>
                </a:cubicBezTo>
                <a:lnTo>
                  <a:pt x="519038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5676B86F-860B-4586-BCAA-C0650C09B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22333" cy="6858000"/>
          </a:xfrm>
          <a:custGeom>
            <a:avLst/>
            <a:gdLst>
              <a:gd name="connsiteX0" fmla="*/ 0 w 5922333"/>
              <a:gd name="connsiteY0" fmla="*/ 0 h 6858000"/>
              <a:gd name="connsiteX1" fmla="*/ 5129731 w 5922333"/>
              <a:gd name="connsiteY1" fmla="*/ 0 h 6858000"/>
              <a:gd name="connsiteX2" fmla="*/ 5142311 w 5922333"/>
              <a:gd name="connsiteY2" fmla="*/ 23550 h 6858000"/>
              <a:gd name="connsiteX3" fmla="*/ 5922333 w 5922333"/>
              <a:gd name="connsiteY3" fmla="*/ 3479505 h 6858000"/>
              <a:gd name="connsiteX4" fmla="*/ 5251778 w 5922333"/>
              <a:gd name="connsiteY4" fmla="*/ 6708999 h 6858000"/>
              <a:gd name="connsiteX5" fmla="*/ 5179753 w 5922333"/>
              <a:gd name="connsiteY5" fmla="*/ 6858000 h 6858000"/>
              <a:gd name="connsiteX6" fmla="*/ 0 w 592233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22333" h="6858000">
                <a:moveTo>
                  <a:pt x="0" y="0"/>
                </a:moveTo>
                <a:lnTo>
                  <a:pt x="5129731" y="0"/>
                </a:lnTo>
                <a:lnTo>
                  <a:pt x="5142311" y="23550"/>
                </a:lnTo>
                <a:cubicBezTo>
                  <a:pt x="5632215" y="987256"/>
                  <a:pt x="5922333" y="2183538"/>
                  <a:pt x="5922333" y="3479505"/>
                </a:cubicBezTo>
                <a:cubicBezTo>
                  <a:pt x="5922333" y="4675783"/>
                  <a:pt x="5675132" y="5787121"/>
                  <a:pt x="5251778" y="6708999"/>
                </a:cubicBezTo>
                <a:lnTo>
                  <a:pt x="5179753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B062FC3-AB01-6801-414F-AE48D2530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685800"/>
            <a:ext cx="49223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Rendezői felület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818ED5-2F56-4171-9445-3AA4F4462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16867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E74FCE8-866C-4AFA-B45C-FACE2A609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1" y="2089941"/>
            <a:ext cx="4970439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E94B280-B785-B2DE-AF4C-DD514874D9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2514600"/>
            <a:ext cx="4922338" cy="36667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Rendezői főoldal</a:t>
            </a:r>
          </a:p>
          <a:p>
            <a:r>
              <a:rPr lang="en-US" sz="2000"/>
              <a:t>Új zenék ellenőrzése</a:t>
            </a:r>
          </a:p>
          <a:p>
            <a:r>
              <a:rPr lang="en-US" sz="2000"/>
              <a:t>Zenék rendezése</a:t>
            </a:r>
          </a:p>
        </p:txBody>
      </p:sp>
    </p:spTree>
    <p:extLst>
      <p:ext uri="{BB962C8B-B14F-4D97-AF65-F5344CB8AC3E}">
        <p14:creationId xmlns:p14="http://schemas.microsoft.com/office/powerpoint/2010/main" val="2891450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8446DF3-05C5-A263-844A-071041127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Admin </a:t>
            </a:r>
            <a:r>
              <a:rPr lang="en-US" sz="3200" dirty="0" err="1"/>
              <a:t>felület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EEB4B4F-C933-1509-0968-E6EF4F0429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0106" y="586822"/>
            <a:ext cx="610674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dirty="0" err="1"/>
              <a:t>Főoldal</a:t>
            </a:r>
          </a:p>
          <a:p>
            <a:r>
              <a:rPr lang="en-US" sz="1800" dirty="0" err="1"/>
              <a:t>Új</a:t>
            </a:r>
            <a:r>
              <a:rPr lang="en-US" sz="1800" dirty="0"/>
              <a:t> </a:t>
            </a:r>
            <a:r>
              <a:rPr lang="en-US" sz="1800" dirty="0" err="1"/>
              <a:t>regisztrált</a:t>
            </a:r>
            <a:r>
              <a:rPr lang="en-US" sz="1800" dirty="0"/>
              <a:t> </a:t>
            </a:r>
            <a:r>
              <a:rPr lang="en-US" sz="1800" dirty="0" err="1"/>
              <a:t>felhasználók</a:t>
            </a:r>
            <a:r>
              <a:rPr lang="en-US" sz="1800" dirty="0"/>
              <a:t> </a:t>
            </a:r>
            <a:r>
              <a:rPr lang="en-US" sz="1800" dirty="0" err="1"/>
              <a:t>ellenőrzése</a:t>
            </a:r>
          </a:p>
          <a:p>
            <a:endParaRPr lang="en-US" sz="1800"/>
          </a:p>
        </p:txBody>
      </p:sp>
      <p:pic>
        <p:nvPicPr>
          <p:cNvPr id="6" name="Kép 5" descr="Fénykép megnyitása">
            <a:extLst>
              <a:ext uri="{FF2B5EF4-FFF2-40B4-BE49-F238E27FC236}">
                <a16:creationId xmlns:a16="http://schemas.microsoft.com/office/drawing/2014/main" id="{40B1BE77-F7AF-695A-38D0-E983A12D2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3" y="2758357"/>
            <a:ext cx="5481509" cy="3425943"/>
          </a:xfrm>
          <a:prstGeom prst="rect">
            <a:avLst/>
          </a:prstGeom>
        </p:spPr>
      </p:pic>
      <p:pic>
        <p:nvPicPr>
          <p:cNvPr id="5" name="Tartalom helye 4" descr="Fénykép megnyitása">
            <a:extLst>
              <a:ext uri="{FF2B5EF4-FFF2-40B4-BE49-F238E27FC236}">
                <a16:creationId xmlns:a16="http://schemas.microsoft.com/office/drawing/2014/main" id="{A43F4AF5-D202-7DFE-59C6-3560731F97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8781" y="2745366"/>
            <a:ext cx="5523082" cy="345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696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Szélesvásznú</PresentationFormat>
  <Slides>6</Slides>
  <Notes>0</Notes>
  <HiddenSlides>0</HiddenSlide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7" baseType="lpstr">
      <vt:lpstr>Office-téma</vt:lpstr>
      <vt:lpstr>BláthyFM </vt:lpstr>
      <vt:lpstr>Főoldal vendégként</vt:lpstr>
      <vt:lpstr>Bejelentkezés és regisztrálás</vt:lpstr>
      <vt:lpstr>Diák ranggal</vt:lpstr>
      <vt:lpstr>Rendezői felület</vt:lpstr>
      <vt:lpstr>Admin felület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79</cp:revision>
  <dcterms:created xsi:type="dcterms:W3CDTF">2026-04-26T17:07:31Z</dcterms:created>
  <dcterms:modified xsi:type="dcterms:W3CDTF">2026-04-26T18:46:11Z</dcterms:modified>
</cp:coreProperties>
</file>